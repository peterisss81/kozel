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23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9C766-0566-41D6-A74B-B498D67188A6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BAC1D-657D-4DF0-8F76-473BF6528F9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696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BAC1D-657D-4DF0-8F76-473BF6528F9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7974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BAD0-9EE3-0876-00D1-8AE049CB5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18C64-D56D-947A-ADD5-9DFCB974A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41D05-5272-699A-751A-5FFBE8BA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779-757A-4C0F-7D81-F057E1B8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C205-AC9E-85A9-13AA-6540F87F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373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F7CB-AC2B-40F2-ACB6-F75EAA9F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BE7F-A9D1-82B5-2CCF-05DDC5FA7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8A77A-2B1F-E8F0-473F-004E567B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20E48-6FB1-2FFC-E0A1-C5F32BC8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A1AF-8CE9-4829-D9D3-CB632EDF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338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589A-4AFE-9A99-4078-EDC9EEFD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7AE9B-AB26-F93A-A68E-636BA04B9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C583C-BAA9-32DB-9111-1DACB195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59A6C-C686-5FE7-5E82-FC589207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E834A-3B95-F7BF-6BA4-6B3B23C1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1339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1FAD-690C-438F-B4E7-F6125177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1141-157A-9CF3-4EB8-D39BC8EAC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53E26-E277-CCEC-1B38-E96ABC7FF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6655A-4117-3729-3960-EF4ADCF1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BE653-2A78-914F-90E0-5448BB9E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8763E-0D98-08E4-8948-D4918AEC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749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A089-721C-BB83-4408-30823965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67770-4C7D-E3BE-5A85-E525DBAC7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F5334-BEA5-529F-47F0-534F6C24D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FE742-19B8-8F8E-FCF1-F4A2CF4C6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93453-7077-1398-76A4-B11E8E5FE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E59C7-5693-104F-C2A8-25A5C7B9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53048-2F00-3F2D-5521-4D883EDC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67679-1116-49A0-0858-AD66CA7F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790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95B6-187A-B124-BD11-52C65FB8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A6E08-0236-D0BE-F2D6-674F1BDC1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41FB5-ED76-B8B8-56A9-25600E9C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1D243-0CC3-79BB-74B6-069C6CD5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226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4B7C0-E14E-A578-4FA3-A03F36F63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1C450-B791-EE39-A29D-6C6F5928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9CAC4-7C80-A85F-8882-372CC66A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294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4846-FDD6-BACA-61DC-EA231C7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A3DA8-9314-A352-507D-547D7BEC3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3D975-5DE9-B0C3-B553-8DCDC85FC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825D9-FA07-3EBB-877D-50AABAE7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3928-CD51-58AA-458D-12F4440FD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5FC67-404F-090E-E5D4-149500AF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98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8DA6-A348-E4A4-6192-D738C0DE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5936E-7455-F378-379D-9A72AB769F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0D126-44D1-358A-3822-903239497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E83F8-B968-8667-799C-91BCE368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209BE-20A5-3D87-38AE-C6E226CD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E8487-D0BC-8CA6-615B-37C52BE7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207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15B8-648E-050B-CA85-E9A01C734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CB74C-3D38-BBF1-EDAA-32C14C65C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702D8-E1D1-3038-F163-A47594EC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66B57-E855-020B-AC94-647801FC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9EE6-D528-67AE-3D6C-C565EA8E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746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C87548-63AF-430D-9924-62B1D4556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2BFD1-10FA-AF02-1FC6-BCBAD4D2A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C5E1-40CB-A340-1ABA-306157FD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A6588-657E-B16F-B9E6-339B32E3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186BF-B4B7-DC4D-0534-BF2E92AC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630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EAE74-9830-C337-0370-B5A36821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121C-ACC6-80CD-D21C-4987371DF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61DE9-E31B-0F34-2082-886EC528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D97D2-D246-4269-AF12-EA3865CA67F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6F65-6C85-CA7B-327C-2F245814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2423B-DAE9-9FD7-57BC-CD30BE07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61EAD-46A6-4EF0-8962-4C95AAC4AF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9146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F0A58-F9B9-1993-1DA5-BBC63D412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173" y="0"/>
            <a:ext cx="4601653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59E0FD-4840-20AC-0C89-E92B2A6ADCD9}"/>
              </a:ext>
            </a:extLst>
          </p:cNvPr>
          <p:cNvCxnSpPr>
            <a:cxnSpLocks/>
          </p:cNvCxnSpPr>
          <p:nvPr/>
        </p:nvCxnSpPr>
        <p:spPr>
          <a:xfrm flipH="1">
            <a:off x="1783080" y="876300"/>
            <a:ext cx="236029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EEB4CDE-20C5-469E-37FA-BECAB1BEF7AD}"/>
              </a:ext>
            </a:extLst>
          </p:cNvPr>
          <p:cNvSpPr/>
          <p:nvPr/>
        </p:nvSpPr>
        <p:spPr>
          <a:xfrm>
            <a:off x="302701" y="297180"/>
            <a:ext cx="1480379" cy="25984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88D2B-ED31-2BC6-FF08-BEB361F16C44}"/>
              </a:ext>
            </a:extLst>
          </p:cNvPr>
          <p:cNvSpPr txBox="1"/>
          <p:nvPr/>
        </p:nvSpPr>
        <p:spPr>
          <a:xfrm>
            <a:off x="279241" y="602898"/>
            <a:ext cx="292388" cy="100584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cs-CZ" sz="700" dirty="0"/>
              <a:t>cca 1 200 ×600 mm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E812B8-2D83-E68D-006E-FA59E57AF3AA}"/>
              </a:ext>
            </a:extLst>
          </p:cNvPr>
          <p:cNvSpPr/>
          <p:nvPr/>
        </p:nvSpPr>
        <p:spPr>
          <a:xfrm>
            <a:off x="582356" y="2462780"/>
            <a:ext cx="1124712" cy="37490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Bez štěrku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pozn.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2F1E4B-F9D7-97EC-AA80-306AC190E6D1}"/>
              </a:ext>
            </a:extLst>
          </p:cNvPr>
          <p:cNvSpPr/>
          <p:nvPr/>
        </p:nvSpPr>
        <p:spPr>
          <a:xfrm>
            <a:off x="589788" y="1851659"/>
            <a:ext cx="1124712" cy="5273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6BF816-351C-6F31-BF0C-8735225BAAA1}"/>
              </a:ext>
            </a:extLst>
          </p:cNvPr>
          <p:cNvSpPr/>
          <p:nvPr/>
        </p:nvSpPr>
        <p:spPr>
          <a:xfrm>
            <a:off x="713232" y="367036"/>
            <a:ext cx="877824" cy="139318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A003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konstrukce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300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3</a:t>
            </a:r>
          </a:p>
          <a:p>
            <a:pPr algn="ctr"/>
            <a:r>
              <a:rPr lang="cs-CZ" sz="700" b="1" dirty="0">
                <a:solidFill>
                  <a:schemeClr val="tx1"/>
                </a:solidFill>
              </a:rPr>
              <a:t>A002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základový pás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cca 600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cca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9EFECE-49AB-A22C-B12D-3E5A25BE0B1D}"/>
              </a:ext>
            </a:extLst>
          </p:cNvPr>
          <p:cNvSpPr/>
          <p:nvPr/>
        </p:nvSpPr>
        <p:spPr>
          <a:xfrm>
            <a:off x="2091433" y="941426"/>
            <a:ext cx="1407859" cy="26460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3A71B6-FD4F-84E7-3255-5A135E4182A7}"/>
              </a:ext>
            </a:extLst>
          </p:cNvPr>
          <p:cNvSpPr/>
          <p:nvPr/>
        </p:nvSpPr>
        <p:spPr>
          <a:xfrm>
            <a:off x="2374580" y="3064393"/>
            <a:ext cx="1124712" cy="39203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Bez štěrku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pozn. 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A7C8C2-9D6D-35AC-A24B-A12BB5778966}"/>
              </a:ext>
            </a:extLst>
          </p:cNvPr>
          <p:cNvSpPr/>
          <p:nvPr/>
        </p:nvSpPr>
        <p:spPr>
          <a:xfrm>
            <a:off x="2374580" y="2470401"/>
            <a:ext cx="1124712" cy="523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E575D5-BFCF-A644-3D63-4718FD68D52B}"/>
              </a:ext>
            </a:extLst>
          </p:cNvPr>
          <p:cNvSpPr/>
          <p:nvPr/>
        </p:nvSpPr>
        <p:spPr>
          <a:xfrm>
            <a:off x="2498024" y="1005064"/>
            <a:ext cx="877824" cy="13738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A003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konstrukce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300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3</a:t>
            </a:r>
          </a:p>
          <a:p>
            <a:pPr algn="ctr"/>
            <a:r>
              <a:rPr lang="cs-CZ" sz="700" b="1" dirty="0">
                <a:solidFill>
                  <a:schemeClr val="tx1"/>
                </a:solidFill>
              </a:rPr>
              <a:t>A002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základový pás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cca 600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cca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B9DD44E-5AAF-9774-48AF-031FD1F2FD83}"/>
              </a:ext>
            </a:extLst>
          </p:cNvPr>
          <p:cNvCxnSpPr>
            <a:cxnSpLocks/>
          </p:cNvCxnSpPr>
          <p:nvPr/>
        </p:nvCxnSpPr>
        <p:spPr>
          <a:xfrm flipH="1">
            <a:off x="3499292" y="1561731"/>
            <a:ext cx="252469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45676ED-E45D-DA43-6D7B-BA69BDC12F5A}"/>
              </a:ext>
            </a:extLst>
          </p:cNvPr>
          <p:cNvSpPr/>
          <p:nvPr/>
        </p:nvSpPr>
        <p:spPr>
          <a:xfrm>
            <a:off x="8816152" y="104781"/>
            <a:ext cx="1193292" cy="225132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7CCE1A-E622-3B58-7517-F5B8B82A0A1A}"/>
              </a:ext>
            </a:extLst>
          </p:cNvPr>
          <p:cNvSpPr/>
          <p:nvPr/>
        </p:nvSpPr>
        <p:spPr>
          <a:xfrm>
            <a:off x="8884732" y="1857752"/>
            <a:ext cx="1124712" cy="37490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A008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štěrku cca 200 mm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11E8F7-D0ED-96EB-9736-C4B928B9B8F2}"/>
              </a:ext>
            </a:extLst>
          </p:cNvPr>
          <p:cNvSpPr/>
          <p:nvPr/>
        </p:nvSpPr>
        <p:spPr>
          <a:xfrm>
            <a:off x="8884732" y="1298074"/>
            <a:ext cx="1124712" cy="5273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D29A7D-D493-91B1-3292-7C3AF2A55BFF}"/>
              </a:ext>
            </a:extLst>
          </p:cNvPr>
          <p:cNvSpPr/>
          <p:nvPr/>
        </p:nvSpPr>
        <p:spPr>
          <a:xfrm>
            <a:off x="9008176" y="139072"/>
            <a:ext cx="877824" cy="10675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50,15 m</a:t>
            </a:r>
            <a:r>
              <a:rPr lang="cs-CZ" sz="700" baseline="300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42DDD89-E5F0-249F-E657-A96E18AB7CE8}"/>
              </a:ext>
            </a:extLst>
          </p:cNvPr>
          <p:cNvCxnSpPr>
            <a:cxnSpLocks/>
            <a:endCxn id="53" idx="3"/>
          </p:cNvCxnSpPr>
          <p:nvPr/>
        </p:nvCxnSpPr>
        <p:spPr>
          <a:xfrm flipH="1">
            <a:off x="8353429" y="692657"/>
            <a:ext cx="531303" cy="79188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2DC732F-EBE6-E401-E2D3-E26D26B8F374}"/>
              </a:ext>
            </a:extLst>
          </p:cNvPr>
          <p:cNvSpPr/>
          <p:nvPr/>
        </p:nvSpPr>
        <p:spPr>
          <a:xfrm>
            <a:off x="517773" y="3346705"/>
            <a:ext cx="1480379" cy="32141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F7A991-984E-E7F6-9610-2ED7DCA129EB}"/>
              </a:ext>
            </a:extLst>
          </p:cNvPr>
          <p:cNvSpPr/>
          <p:nvPr/>
        </p:nvSpPr>
        <p:spPr>
          <a:xfrm>
            <a:off x="873440" y="6037714"/>
            <a:ext cx="1124712" cy="39203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Bez štěrku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pozn. 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C3E6E3-7293-D9BE-3D33-BE3CBA3DC4F4}"/>
              </a:ext>
            </a:extLst>
          </p:cNvPr>
          <p:cNvSpPr/>
          <p:nvPr/>
        </p:nvSpPr>
        <p:spPr>
          <a:xfrm>
            <a:off x="873440" y="5443722"/>
            <a:ext cx="1124712" cy="523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1DDDA9-817A-244F-E357-7B54DFEE85A7}"/>
              </a:ext>
            </a:extLst>
          </p:cNvPr>
          <p:cNvSpPr/>
          <p:nvPr/>
        </p:nvSpPr>
        <p:spPr>
          <a:xfrm>
            <a:off x="996884" y="3639308"/>
            <a:ext cx="877824" cy="17129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A004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(sklepní) zeď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2 500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konstrukce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3</a:t>
            </a:r>
          </a:p>
          <a:p>
            <a:pPr algn="ctr"/>
            <a:r>
              <a:rPr lang="cs-CZ" sz="700" b="1" dirty="0">
                <a:solidFill>
                  <a:schemeClr val="tx1"/>
                </a:solidFill>
              </a:rPr>
              <a:t>A002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základový pás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cca 600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cca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C550211-9963-752E-166C-487C7BBCD6FC}"/>
              </a:ext>
            </a:extLst>
          </p:cNvPr>
          <p:cNvCxnSpPr/>
          <p:nvPr/>
        </p:nvCxnSpPr>
        <p:spPr>
          <a:xfrm>
            <a:off x="1937004" y="4599432"/>
            <a:ext cx="220637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87E5DE-09A2-724C-FE6C-A6FD12318363}"/>
              </a:ext>
            </a:extLst>
          </p:cNvPr>
          <p:cNvCxnSpPr>
            <a:cxnSpLocks/>
          </p:cNvCxnSpPr>
          <p:nvPr/>
        </p:nvCxnSpPr>
        <p:spPr>
          <a:xfrm flipV="1">
            <a:off x="1937004" y="2862394"/>
            <a:ext cx="3634552" cy="145052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54594BE-E022-701D-291B-171C4B20CE40}"/>
              </a:ext>
            </a:extLst>
          </p:cNvPr>
          <p:cNvSpPr/>
          <p:nvPr/>
        </p:nvSpPr>
        <p:spPr>
          <a:xfrm>
            <a:off x="10948040" y="124591"/>
            <a:ext cx="1193292" cy="2996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687DC3-3B2B-7113-DF6A-32B6A8EA34CE}"/>
              </a:ext>
            </a:extLst>
          </p:cNvPr>
          <p:cNvSpPr/>
          <p:nvPr/>
        </p:nvSpPr>
        <p:spPr>
          <a:xfrm>
            <a:off x="11016620" y="2597670"/>
            <a:ext cx="1124712" cy="39203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Bez štěrku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pozn. 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8954FB-D648-6B76-C749-408455C28645}"/>
              </a:ext>
            </a:extLst>
          </p:cNvPr>
          <p:cNvSpPr/>
          <p:nvPr/>
        </p:nvSpPr>
        <p:spPr>
          <a:xfrm>
            <a:off x="11016620" y="2003678"/>
            <a:ext cx="1124712" cy="523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05C986-3F0E-2819-CAC5-49EEA924D5FE}"/>
              </a:ext>
            </a:extLst>
          </p:cNvPr>
          <p:cNvSpPr/>
          <p:nvPr/>
        </p:nvSpPr>
        <p:spPr>
          <a:xfrm>
            <a:off x="11140064" y="199264"/>
            <a:ext cx="877824" cy="17129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A004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(sklepní) zeď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2 500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konstrukce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3</a:t>
            </a:r>
          </a:p>
          <a:p>
            <a:pPr algn="ctr"/>
            <a:r>
              <a:rPr lang="cs-CZ" sz="700" b="1" dirty="0">
                <a:solidFill>
                  <a:schemeClr val="tx1"/>
                </a:solidFill>
              </a:rPr>
              <a:t>A002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základový pás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cca 600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cca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C7B5364-3F50-D190-9C00-70337A301AFB}"/>
              </a:ext>
            </a:extLst>
          </p:cNvPr>
          <p:cNvCxnSpPr>
            <a:cxnSpLocks/>
          </p:cNvCxnSpPr>
          <p:nvPr/>
        </p:nvCxnSpPr>
        <p:spPr>
          <a:xfrm flipV="1">
            <a:off x="8235489" y="1593735"/>
            <a:ext cx="2904575" cy="152704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CF180BE-453A-5288-9E5C-D94A1900B8B5}"/>
              </a:ext>
            </a:extLst>
          </p:cNvPr>
          <p:cNvSpPr/>
          <p:nvPr/>
        </p:nvSpPr>
        <p:spPr>
          <a:xfrm>
            <a:off x="10925180" y="3443496"/>
            <a:ext cx="1193292" cy="2996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AA11BC-F4DF-F88C-2481-431092311267}"/>
              </a:ext>
            </a:extLst>
          </p:cNvPr>
          <p:cNvSpPr/>
          <p:nvPr/>
        </p:nvSpPr>
        <p:spPr>
          <a:xfrm>
            <a:off x="10993760" y="5916575"/>
            <a:ext cx="1124712" cy="39203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A008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štěrku cca 200 mm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7E4414-3D58-B1C5-0D92-E4D1230F16C2}"/>
              </a:ext>
            </a:extLst>
          </p:cNvPr>
          <p:cNvSpPr/>
          <p:nvPr/>
        </p:nvSpPr>
        <p:spPr>
          <a:xfrm>
            <a:off x="10993760" y="5322583"/>
            <a:ext cx="1124712" cy="523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9B08C2-AD15-EB53-97E6-CF16836B899F}"/>
              </a:ext>
            </a:extLst>
          </p:cNvPr>
          <p:cNvSpPr/>
          <p:nvPr/>
        </p:nvSpPr>
        <p:spPr>
          <a:xfrm>
            <a:off x="11117204" y="3518169"/>
            <a:ext cx="877824" cy="17129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Bez základové konstrukce</a:t>
            </a:r>
          </a:p>
          <a:p>
            <a:pPr algn="ctr"/>
            <a:r>
              <a:rPr lang="cs-CZ" sz="700" b="1" dirty="0">
                <a:solidFill>
                  <a:schemeClr val="tx1"/>
                </a:solidFill>
              </a:rPr>
              <a:t>A009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Nenosná příčka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474A361-C493-7826-8C99-2D8024C23EB0}"/>
              </a:ext>
            </a:extLst>
          </p:cNvPr>
          <p:cNvCxnSpPr>
            <a:cxnSpLocks/>
          </p:cNvCxnSpPr>
          <p:nvPr/>
        </p:nvCxnSpPr>
        <p:spPr>
          <a:xfrm>
            <a:off x="7242048" y="3346704"/>
            <a:ext cx="3751712" cy="38672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6F0655C-F3C7-0800-D5FE-1447B60BA2A9}"/>
              </a:ext>
            </a:extLst>
          </p:cNvPr>
          <p:cNvSpPr/>
          <p:nvPr/>
        </p:nvSpPr>
        <p:spPr>
          <a:xfrm>
            <a:off x="9601586" y="3802754"/>
            <a:ext cx="1193292" cy="2996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E78E60F-8A29-8B1C-A8B2-B55A4DAB6FA6}"/>
              </a:ext>
            </a:extLst>
          </p:cNvPr>
          <p:cNvSpPr/>
          <p:nvPr/>
        </p:nvSpPr>
        <p:spPr>
          <a:xfrm>
            <a:off x="9670166" y="6275833"/>
            <a:ext cx="1124712" cy="39203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Bez štěrku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pozn. 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16EB21-C289-7BA7-3BAF-22914900426C}"/>
              </a:ext>
            </a:extLst>
          </p:cNvPr>
          <p:cNvSpPr/>
          <p:nvPr/>
        </p:nvSpPr>
        <p:spPr>
          <a:xfrm>
            <a:off x="9670166" y="5681841"/>
            <a:ext cx="1124712" cy="523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C391F8-226C-8068-A9C7-4E72D6395CE4}"/>
              </a:ext>
            </a:extLst>
          </p:cNvPr>
          <p:cNvSpPr/>
          <p:nvPr/>
        </p:nvSpPr>
        <p:spPr>
          <a:xfrm>
            <a:off x="9793610" y="3877427"/>
            <a:ext cx="877824" cy="17129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A004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(sklepní) zeď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2 500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konstrukce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3</a:t>
            </a:r>
          </a:p>
          <a:p>
            <a:pPr algn="ctr"/>
            <a:r>
              <a:rPr lang="cs-CZ" sz="700" b="1" dirty="0">
                <a:solidFill>
                  <a:schemeClr val="tx1"/>
                </a:solidFill>
              </a:rPr>
              <a:t>A002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základový pás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cca 600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cca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0250F1C-8450-47F2-C503-FA4EB65891B7}"/>
              </a:ext>
            </a:extLst>
          </p:cNvPr>
          <p:cNvSpPr/>
          <p:nvPr/>
        </p:nvSpPr>
        <p:spPr>
          <a:xfrm>
            <a:off x="8353430" y="3894192"/>
            <a:ext cx="1193292" cy="2996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7AC7A0-CFDC-CCB1-CDDF-6AA9A3FE67AA}"/>
              </a:ext>
            </a:extLst>
          </p:cNvPr>
          <p:cNvSpPr/>
          <p:nvPr/>
        </p:nvSpPr>
        <p:spPr>
          <a:xfrm>
            <a:off x="8422010" y="6367271"/>
            <a:ext cx="1124712" cy="39203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Bez štěrku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pozn. 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F3D4E51-AF73-016F-F3AA-8F7F0785DDE7}"/>
              </a:ext>
            </a:extLst>
          </p:cNvPr>
          <p:cNvSpPr/>
          <p:nvPr/>
        </p:nvSpPr>
        <p:spPr>
          <a:xfrm>
            <a:off x="8422010" y="5773279"/>
            <a:ext cx="1124712" cy="523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A289CCE-00D7-15CA-350F-CBFAC00E6043}"/>
              </a:ext>
            </a:extLst>
          </p:cNvPr>
          <p:cNvSpPr/>
          <p:nvPr/>
        </p:nvSpPr>
        <p:spPr>
          <a:xfrm>
            <a:off x="8545454" y="3968865"/>
            <a:ext cx="877824" cy="17129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A004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(sklepní) zeď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2 500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základová konstrukce ZB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450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3</a:t>
            </a:r>
          </a:p>
          <a:p>
            <a:pPr algn="ctr"/>
            <a:r>
              <a:rPr lang="cs-CZ" sz="700" b="1" dirty="0">
                <a:solidFill>
                  <a:schemeClr val="tx1"/>
                </a:solidFill>
              </a:rPr>
              <a:t>A002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- základový pás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tl. cca 600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v. cca 500 mm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2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B732A6D-1642-708C-55C3-D538B8209858}"/>
              </a:ext>
            </a:extLst>
          </p:cNvPr>
          <p:cNvCxnSpPr>
            <a:cxnSpLocks/>
          </p:cNvCxnSpPr>
          <p:nvPr/>
        </p:nvCxnSpPr>
        <p:spPr>
          <a:xfrm>
            <a:off x="6572824" y="4302252"/>
            <a:ext cx="3313176" cy="3239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6A4FF5-3A2A-977C-C0BF-A2CC19A599FB}"/>
              </a:ext>
            </a:extLst>
          </p:cNvPr>
          <p:cNvCxnSpPr>
            <a:cxnSpLocks/>
          </p:cNvCxnSpPr>
          <p:nvPr/>
        </p:nvCxnSpPr>
        <p:spPr>
          <a:xfrm flipV="1">
            <a:off x="6217920" y="5264265"/>
            <a:ext cx="2327534" cy="14036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BDCDB82D-DF48-95D9-D989-A24E9E0E5DD1}"/>
              </a:ext>
            </a:extLst>
          </p:cNvPr>
          <p:cNvSpPr/>
          <p:nvPr/>
        </p:nvSpPr>
        <p:spPr>
          <a:xfrm>
            <a:off x="2398389" y="4728196"/>
            <a:ext cx="1193292" cy="2251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47F8F8-4F7F-B1D0-BB32-0D635FD5D2BB}"/>
              </a:ext>
            </a:extLst>
          </p:cNvPr>
          <p:cNvSpPr/>
          <p:nvPr/>
        </p:nvSpPr>
        <p:spPr>
          <a:xfrm>
            <a:off x="2466969" y="6481167"/>
            <a:ext cx="1124712" cy="37490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A008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štěrku cca 200 mm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F983CC6-184A-6F6B-57A8-7DE3327D1B17}"/>
              </a:ext>
            </a:extLst>
          </p:cNvPr>
          <p:cNvSpPr/>
          <p:nvPr/>
        </p:nvSpPr>
        <p:spPr>
          <a:xfrm>
            <a:off x="2466969" y="5921489"/>
            <a:ext cx="1124712" cy="5273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b="1" dirty="0">
                <a:solidFill>
                  <a:schemeClr val="tx1"/>
                </a:solidFill>
              </a:rPr>
              <a:t>A006</a:t>
            </a: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Výška podklad. betonu 200 mm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57D489E-2450-6F8B-F144-470425E408AB}"/>
              </a:ext>
            </a:extLst>
          </p:cNvPr>
          <p:cNvSpPr/>
          <p:nvPr/>
        </p:nvSpPr>
        <p:spPr>
          <a:xfrm>
            <a:off x="2466968" y="4762487"/>
            <a:ext cx="1100903" cy="11540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700" dirty="0">
                <a:solidFill>
                  <a:schemeClr val="tx1"/>
                </a:solidFill>
              </a:rPr>
              <a:t>84,20 m</a:t>
            </a:r>
            <a:r>
              <a:rPr lang="cs-CZ" sz="700" baseline="30000" dirty="0">
                <a:solidFill>
                  <a:schemeClr val="tx1"/>
                </a:solidFill>
              </a:rPr>
              <a:t>2</a:t>
            </a:r>
            <a:endParaRPr lang="cs-CZ" sz="700" dirty="0">
              <a:solidFill>
                <a:schemeClr val="tx1"/>
              </a:solidFill>
            </a:endParaRPr>
          </a:p>
          <a:p>
            <a:pPr algn="ctr"/>
            <a:r>
              <a:rPr lang="cs-CZ" sz="700" dirty="0">
                <a:solidFill>
                  <a:schemeClr val="tx1"/>
                </a:solidFill>
              </a:rPr>
              <a:t>viz pozn. 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8B302D3-C0BC-E117-37E8-148908ABD656}"/>
              </a:ext>
            </a:extLst>
          </p:cNvPr>
          <p:cNvCxnSpPr>
            <a:cxnSpLocks/>
            <a:stCxn id="74" idx="3"/>
            <a:endCxn id="51" idx="1"/>
          </p:cNvCxnSpPr>
          <p:nvPr/>
        </p:nvCxnSpPr>
        <p:spPr>
          <a:xfrm flipV="1">
            <a:off x="3591681" y="4844010"/>
            <a:ext cx="511845" cy="1009846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2F128B-AFE8-DD4A-11A0-7EAFE6C7A8EA}"/>
              </a:ext>
            </a:extLst>
          </p:cNvPr>
          <p:cNvCxnSpPr>
            <a:cxnSpLocks/>
          </p:cNvCxnSpPr>
          <p:nvPr/>
        </p:nvCxnSpPr>
        <p:spPr>
          <a:xfrm flipH="1">
            <a:off x="6023991" y="4334643"/>
            <a:ext cx="3862009" cy="74942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F66F54-3B10-537D-93D2-33063580D0EF}"/>
              </a:ext>
            </a:extLst>
          </p:cNvPr>
          <p:cNvCxnSpPr>
            <a:cxnSpLocks/>
          </p:cNvCxnSpPr>
          <p:nvPr/>
        </p:nvCxnSpPr>
        <p:spPr>
          <a:xfrm>
            <a:off x="8165592" y="5231145"/>
            <a:ext cx="379862" cy="331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D64F4E4-40FD-06DE-62D9-D0AFB1F31859}"/>
              </a:ext>
            </a:extLst>
          </p:cNvPr>
          <p:cNvSpPr/>
          <p:nvPr/>
        </p:nvSpPr>
        <p:spPr>
          <a:xfrm>
            <a:off x="4103526" y="2969092"/>
            <a:ext cx="4126460" cy="3749836"/>
          </a:xfrm>
          <a:prstGeom prst="rect">
            <a:avLst/>
          </a:prstGeom>
          <a:solidFill>
            <a:schemeClr val="accent1">
              <a:lumMod val="40000"/>
              <a:lumOff val="60000"/>
              <a:alpha val="18824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D19139-DB5A-A07F-BF74-4791E30D77E8}"/>
              </a:ext>
            </a:extLst>
          </p:cNvPr>
          <p:cNvSpPr/>
          <p:nvPr/>
        </p:nvSpPr>
        <p:spPr>
          <a:xfrm>
            <a:off x="4087968" y="139072"/>
            <a:ext cx="4265461" cy="2690948"/>
          </a:xfrm>
          <a:prstGeom prst="rect">
            <a:avLst/>
          </a:prstGeom>
          <a:solidFill>
            <a:srgbClr val="FFFF00">
              <a:alpha val="18824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71199CE5-3365-5E1D-3054-5C5CE7A06DA7}"/>
              </a:ext>
            </a:extLst>
          </p:cNvPr>
          <p:cNvSpPr txBox="1"/>
          <p:nvPr/>
        </p:nvSpPr>
        <p:spPr>
          <a:xfrm>
            <a:off x="2143914" y="998937"/>
            <a:ext cx="292388" cy="100584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cs-CZ" sz="700" dirty="0"/>
              <a:t>cca 1 200 ×600 mm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85949AD-8AB3-92CF-176C-B0E52DFC88FC}"/>
              </a:ext>
            </a:extLst>
          </p:cNvPr>
          <p:cNvSpPr txBox="1"/>
          <p:nvPr/>
        </p:nvSpPr>
        <p:spPr>
          <a:xfrm>
            <a:off x="602750" y="3594208"/>
            <a:ext cx="400110" cy="177904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cs-CZ" sz="700" dirty="0"/>
              <a:t>cca 1 200 ×600 mm; rozměry rýhy samotné, bez výkopu pro sklepní zdi</a:t>
            </a:r>
          </a:p>
        </p:txBody>
      </p:sp>
    </p:spTree>
    <p:extLst>
      <p:ext uri="{BB962C8B-B14F-4D97-AF65-F5344CB8AC3E}">
        <p14:creationId xmlns:p14="http://schemas.microsoft.com/office/powerpoint/2010/main" val="415084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432</Words>
  <Application>Microsoft Office PowerPoint</Application>
  <PresentationFormat>Širokoúhlá obrazovka</PresentationFormat>
  <Paragraphs>119</Paragraphs>
  <Slides>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Prezentace aplikace PowerPoint</vt:lpstr>
    </vt:vector>
  </TitlesOfParts>
  <Company>Moneta Money Bank 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Muron, Petr (Moneta)</dc:creator>
  <cp:lastModifiedBy>Adam Čerňanský</cp:lastModifiedBy>
  <cp:revision>9</cp:revision>
  <dcterms:created xsi:type="dcterms:W3CDTF">2026-01-23T08:16:24Z</dcterms:created>
  <dcterms:modified xsi:type="dcterms:W3CDTF">2026-01-27T10:18:04Z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42ba93-7b30-4656-b95b-bb62007eadfd_Enabled">
    <vt:lpwstr>true</vt:lpwstr>
  </property>
  <property fmtid="{D5CDD505-2E9C-101B-9397-08002B2CF9AE}" pid="3" name="MSIP_Label_1b42ba93-7b30-4656-b95b-bb62007eadfd_SetDate">
    <vt:lpwstr>2026-01-23T08:22:16Z</vt:lpwstr>
  </property>
  <property fmtid="{D5CDD505-2E9C-101B-9397-08002B2CF9AE}" pid="4" name="MSIP_Label_1b42ba93-7b30-4656-b95b-bb62007eadfd_Method">
    <vt:lpwstr>Privileged</vt:lpwstr>
  </property>
  <property fmtid="{D5CDD505-2E9C-101B-9397-08002B2CF9AE}" pid="5" name="MSIP_Label_1b42ba93-7b30-4656-b95b-bb62007eadfd_Name">
    <vt:lpwstr>L02M0000</vt:lpwstr>
  </property>
  <property fmtid="{D5CDD505-2E9C-101B-9397-08002B2CF9AE}" pid="6" name="MSIP_Label_1b42ba93-7b30-4656-b95b-bb62007eadfd_SiteId">
    <vt:lpwstr>afe0a6a1-f77a-4c3e-9026-23e82e736f42</vt:lpwstr>
  </property>
  <property fmtid="{D5CDD505-2E9C-101B-9397-08002B2CF9AE}" pid="7" name="MSIP_Label_1b42ba93-7b30-4656-b95b-bb62007eadfd_ActionId">
    <vt:lpwstr>db292074-1345-46f4-9ec1-ce0eb5708098</vt:lpwstr>
  </property>
  <property fmtid="{D5CDD505-2E9C-101B-9397-08002B2CF9AE}" pid="8" name="MSIP_Label_1b42ba93-7b30-4656-b95b-bb62007eadfd_ContentBits">
    <vt:lpwstr>0</vt:lpwstr>
  </property>
  <property fmtid="{D5CDD505-2E9C-101B-9397-08002B2CF9AE}" pid="9" name="MSIP_Label_1b42ba93-7b30-4656-b95b-bb62007eadfd_Tag">
    <vt:lpwstr>10, 0, 1, 1</vt:lpwstr>
  </property>
</Properties>
</file>